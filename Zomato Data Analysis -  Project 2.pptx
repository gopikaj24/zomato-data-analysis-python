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82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80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27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06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6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0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31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60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2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38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25D5-386D-41CF-9E7F-7D03E643E058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BDEB7-919E-4DC6-A209-69AFD1005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6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6BFA-532A-E023-3C13-BE0A1EC6A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Data Analysis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05F94-E56E-F268-6203-8528D5FBA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456" y="4288970"/>
            <a:ext cx="4016830" cy="144666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Gopika J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Intern(August Batch)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4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DCB5-5AD5-BFB8-3361-7106DF84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3BF2-F31E-A10D-ED92-C97F0356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Analyse Zomato restaurant dataset to gain insights into customer preferences.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Python, Pandas, Matplotlib, Seaborn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49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446B-C815-1725-FD08-12B9C4EF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71350-CA60-F632-2FA1-D3ACDC909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contains restaurant details including type, votes, cost and online/offline orders.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by handling ratings(removing’/5’),checking null values and converting data types. </a:t>
            </a:r>
          </a:p>
        </p:txBody>
      </p:sp>
    </p:spTree>
    <p:extLst>
      <p:ext uri="{BB962C8B-B14F-4D97-AF65-F5344CB8AC3E}">
        <p14:creationId xmlns:p14="http://schemas.microsoft.com/office/powerpoint/2010/main" val="42804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F100-DE02-60D8-7DE4-88E935E9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Restaurants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E4036-3798-7A20-0E48-D0AE93A55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type is Dining.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cafes, others and Buffet(least common).</a:t>
            </a:r>
          </a:p>
        </p:txBody>
      </p:sp>
    </p:spTree>
    <p:extLst>
      <p:ext uri="{BB962C8B-B14F-4D97-AF65-F5344CB8AC3E}">
        <p14:creationId xmlns:p14="http://schemas.microsoft.com/office/powerpoint/2010/main" val="39754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8259-2F8C-97A0-6AB4-B43105F1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by Restaurant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32D8-24C5-8E6E-7791-33264B4CB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Dining restaurants received the highest number of votes.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Others, Cafes and Buffet.</a:t>
            </a:r>
          </a:p>
        </p:txBody>
      </p:sp>
    </p:spTree>
    <p:extLst>
      <p:ext uri="{BB962C8B-B14F-4D97-AF65-F5344CB8AC3E}">
        <p14:creationId xmlns:p14="http://schemas.microsoft.com/office/powerpoint/2010/main" val="1549997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DD52-50E1-B74F-8C38-30E3FE1C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215DB-2682-08D6-0C87-8350044C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restaurants have ratings between 3.5 and 4.0.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restaurants rated below 3.0 or above 4.5.</a:t>
            </a:r>
          </a:p>
        </p:txBody>
      </p:sp>
    </p:spTree>
    <p:extLst>
      <p:ext uri="{BB962C8B-B14F-4D97-AF65-F5344CB8AC3E}">
        <p14:creationId xmlns:p14="http://schemas.microsoft.com/office/powerpoint/2010/main" val="144945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8A44-51E8-40D0-BCF0-AF7F81F5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cost preference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BDED3-4B60-B6D3-9B1D-02DDEBC29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spending for two people is around 300.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typical cost preference among couples.</a:t>
            </a:r>
          </a:p>
        </p:txBody>
      </p:sp>
    </p:spTree>
    <p:extLst>
      <p:ext uri="{BB962C8B-B14F-4D97-AF65-F5344CB8AC3E}">
        <p14:creationId xmlns:p14="http://schemas.microsoft.com/office/powerpoint/2010/main" val="281845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C467-E22A-69A8-A515-98B222A4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v/s Offline ratings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4B58-1B1D-90C4-4BAE-832C65F7C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are generally comparable between online and offline orders.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trend: Online orders tend to have higher ratings.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289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EC18-836B-407A-6AEE-7C599946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orders by restaurant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5ABCD-9114-78F4-6DD3-9FF2636E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Cafes are more likely to receive online orders.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Dining restaurants see more offline orders.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49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6BE9-4161-4E6A-8FE1-66E1FC1D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D3CBB-F15C-8593-92A2-8A301A60F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Dining is the most popular type and receives the highest votes.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ratings fall between 3.5 and 4.0,showing good customer satisfaction.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Couples typically spend around 300 on meals.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Cafes thrive on online orders, while Dining restaurants are offline focused.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can focus marketing and offers accordingly.</a:t>
            </a:r>
          </a:p>
        </p:txBody>
      </p:sp>
    </p:spTree>
    <p:extLst>
      <p:ext uri="{BB962C8B-B14F-4D97-AF65-F5344CB8AC3E}">
        <p14:creationId xmlns:p14="http://schemas.microsoft.com/office/powerpoint/2010/main" val="72916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1A77-53F0-E168-8396-CF65E5B9E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26075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86472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</TotalTime>
  <Words>269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Zomato Data Analysis Project</vt:lpstr>
      <vt:lpstr>Introduction and objective</vt:lpstr>
      <vt:lpstr>Dataset Overview</vt:lpstr>
      <vt:lpstr>Types of Restaurants</vt:lpstr>
      <vt:lpstr>Votes by Restaurant Type</vt:lpstr>
      <vt:lpstr>Ratings distribution</vt:lpstr>
      <vt:lpstr>Restaurant cost preference</vt:lpstr>
      <vt:lpstr>Online v/s Offline ratings</vt:lpstr>
      <vt:lpstr>Online orders by restaurant type</vt:lpstr>
      <vt:lpstr>Final insights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Gopika Giri</dc:creator>
  <cp:lastModifiedBy>Gopika Giri</cp:lastModifiedBy>
  <cp:revision>2</cp:revision>
  <dcterms:created xsi:type="dcterms:W3CDTF">2025-09-22T17:49:10Z</dcterms:created>
  <dcterms:modified xsi:type="dcterms:W3CDTF">2025-09-24T11:54:36Z</dcterms:modified>
</cp:coreProperties>
</file>